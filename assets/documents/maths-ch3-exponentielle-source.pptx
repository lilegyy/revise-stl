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1" r:id="rId3"/>
    <p:sldId id="302" r:id="rId4"/>
    <p:sldId id="304" r:id="rId5"/>
    <p:sldId id="303" r:id="rId6"/>
    <p:sldId id="305" r:id="rId7"/>
    <p:sldId id="306" r:id="rId8"/>
    <p:sldId id="307" r:id="rId9"/>
    <p:sldId id="315" r:id="rId10"/>
    <p:sldId id="308" r:id="rId11"/>
    <p:sldId id="316" r:id="rId12"/>
    <p:sldId id="323" r:id="rId13"/>
    <p:sldId id="309" r:id="rId14"/>
    <p:sldId id="310" r:id="rId15"/>
    <p:sldId id="311" r:id="rId16"/>
    <p:sldId id="312" r:id="rId17"/>
    <p:sldId id="313" r:id="rId18"/>
    <p:sldId id="314" r:id="rId19"/>
    <p:sldId id="317" r:id="rId20"/>
    <p:sldId id="318" r:id="rId21"/>
    <p:sldId id="324" r:id="rId22"/>
    <p:sldId id="319" r:id="rId23"/>
    <p:sldId id="325" r:id="rId24"/>
    <p:sldId id="326" r:id="rId25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11/01/2021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413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86586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0964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757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576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95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83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036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562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265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970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967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933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9220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364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47496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9744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2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54411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6015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637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6743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1495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11/01/2021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11/01/2021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08" y="1122363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>
                <a:latin typeface="Rockwell" panose="02060603020205020403" pitchFamily="18" charset="0"/>
              </a:rPr>
              <a:t>Exponentielle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C301C00-E1E6-4AA7-9D9F-1EB37E20E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14" y="1417982"/>
            <a:ext cx="11488371" cy="356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7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B56E271-FF9F-445C-BCBE-9D36E1918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31" y="172279"/>
            <a:ext cx="11365940" cy="29633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F5D29D6-3B3E-4451-8F24-E4FABB32F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31" y="3132276"/>
            <a:ext cx="5153103" cy="367602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5AD8692-1983-418B-B095-EE36F6B3B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013" y="3132276"/>
            <a:ext cx="5229937" cy="177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4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4896F37-481D-4E6E-B09C-196A6C1BA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44" y="437964"/>
            <a:ext cx="8666095" cy="569116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1E563DC-79FB-4579-B80A-96983A1F7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850" y="4002158"/>
            <a:ext cx="4450306" cy="27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5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C0CE746-C248-41C4-B511-5A6D3D80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0" y="1709531"/>
            <a:ext cx="12030939" cy="295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4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C0CE746-C248-41C4-B511-5A6D3D80F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34" y="343657"/>
            <a:ext cx="11656531" cy="286005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D56FDA4-1BF3-4D50-8896-FA535EE5E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3" y="3429000"/>
            <a:ext cx="6237302" cy="324437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841209C-67E4-4172-A3E5-1D87AA582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824" y="3429000"/>
            <a:ext cx="5584327" cy="321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29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77A66B9-CD41-4A23-BC6C-E24B36E3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97" y="649771"/>
            <a:ext cx="11357005" cy="117613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FB57AAC-4CA2-43C1-A86A-12AD99415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97" y="2120346"/>
            <a:ext cx="8210872" cy="33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7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9FF3D5E-A13F-4CF4-ACAA-0FD02263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7" y="362044"/>
            <a:ext cx="10937998" cy="109541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B068F75-EB26-4D09-8404-A71BDE619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26" y="1457455"/>
            <a:ext cx="6934515" cy="528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0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2AD596C-1753-46A6-B724-BB0B90B8F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79" y="251791"/>
            <a:ext cx="5131788" cy="268460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6051F6E-37A8-4B8E-B7BE-50C95498D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892" y="251791"/>
            <a:ext cx="6655432" cy="487366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2BF3AD2-636B-4923-B54C-77A67EBCCA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6" y="3176336"/>
            <a:ext cx="5248161" cy="8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6EC752E-2A8E-463C-9AB8-FB19B335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5" y="175313"/>
            <a:ext cx="10018023" cy="321352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97391AA-0815-4B6B-B9CB-0D708C6E7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5" y="3388833"/>
            <a:ext cx="87725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6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883AFB0-0F51-44BA-A556-90512C00F1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408"/>
          <a:stretch/>
        </p:blipFill>
        <p:spPr>
          <a:xfrm>
            <a:off x="517731" y="271504"/>
            <a:ext cx="4734651" cy="215365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218B71E-4CA3-4A55-9E27-01A226BDA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786" y="271504"/>
            <a:ext cx="4831275" cy="63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11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233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0EC914C-4E73-429D-9C62-1DA61814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50" y="583096"/>
            <a:ext cx="11839700" cy="516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0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6D37790-8132-4E94-A392-AFC3AAB42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79" y="185530"/>
            <a:ext cx="11635841" cy="648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44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865D0DE-77A9-45E2-B3BC-9C433E333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43" y="191121"/>
            <a:ext cx="8670725" cy="647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35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CC555BE-3A8F-49F4-87CE-7D510E9E1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1" y="198753"/>
            <a:ext cx="10758073" cy="637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2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5221A32-1432-461C-8C14-FC63076F2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58" y="0"/>
            <a:ext cx="6749084" cy="676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99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E55C83B-4CC6-4DC5-AC84-D5E935EA8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79" y="1272209"/>
            <a:ext cx="11798442" cy="342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40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8793855-5A6F-4B6C-ADB3-36B77D4893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60" t="3362" r="2972"/>
          <a:stretch/>
        </p:blipFill>
        <p:spPr>
          <a:xfrm>
            <a:off x="126581" y="1457739"/>
            <a:ext cx="11938837" cy="373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48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5795153-6DD8-4519-BDAE-3141499030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49"/>
          <a:stretch/>
        </p:blipFill>
        <p:spPr>
          <a:xfrm>
            <a:off x="188326" y="635856"/>
            <a:ext cx="11857899" cy="572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84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48145BF-85BD-41FF-8ECB-FE125400A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61" y="1654540"/>
            <a:ext cx="11668877" cy="234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15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0DEA98CF-9E33-4E77-89E8-839285F3A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344557"/>
            <a:ext cx="11076024" cy="19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1830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DAC12F8-A857-4854-AC31-3F9DDA6E8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3" y="454001"/>
            <a:ext cx="6473896" cy="594999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424F2FC-0E9E-4510-8D83-8F14FD7D9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126" y="454001"/>
            <a:ext cx="5464361" cy="4670655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0B18825-C1C2-401C-B409-9212D876C678}"/>
              </a:ext>
            </a:extLst>
          </p:cNvPr>
          <p:cNvSpPr/>
          <p:nvPr/>
        </p:nvSpPr>
        <p:spPr>
          <a:xfrm>
            <a:off x="8044070" y="1338470"/>
            <a:ext cx="291547" cy="1855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7388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B81BC3B-6591-4F8F-BFB8-9E83DC5281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4"/>
          <a:stretch/>
        </p:blipFill>
        <p:spPr>
          <a:xfrm>
            <a:off x="92767" y="435895"/>
            <a:ext cx="6328758" cy="598621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772A780-7B75-458C-AA81-53D7ABFFA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526" y="472351"/>
            <a:ext cx="5677708" cy="78163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5211CD6-7B6C-443E-B8A4-CAEF63BC7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525" y="1630017"/>
            <a:ext cx="5439199" cy="419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9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26</Words>
  <Application>Microsoft Office PowerPoint</Application>
  <PresentationFormat>Grand écran</PresentationFormat>
  <Paragraphs>26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0" baseType="lpstr">
      <vt:lpstr>Arial</vt:lpstr>
      <vt:lpstr>Calibri</vt:lpstr>
      <vt:lpstr>Rockwell</vt:lpstr>
      <vt:lpstr>Trebuchet MS</vt:lpstr>
      <vt:lpstr>Tw Cen MT</vt:lpstr>
      <vt:lpstr>Circuit</vt:lpstr>
      <vt:lpstr>Exponentielle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2019-10-30T09:02:10Z</dcterms:created>
  <dcterms:modified xsi:type="dcterms:W3CDTF">2021-01-11T16:49:16Z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