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25"/>
  </p:notesMasterIdLst>
  <p:handoutMasterIdLst>
    <p:handoutMasterId r:id="rId26"/>
  </p:handoutMasterIdLst>
  <p:sldIdLst>
    <p:sldId id="256" r:id="rId2"/>
    <p:sldId id="347" r:id="rId3"/>
    <p:sldId id="325" r:id="rId4"/>
    <p:sldId id="337" r:id="rId5"/>
    <p:sldId id="339" r:id="rId6"/>
    <p:sldId id="338" r:id="rId7"/>
    <p:sldId id="340" r:id="rId8"/>
    <p:sldId id="341" r:id="rId9"/>
    <p:sldId id="344" r:id="rId10"/>
    <p:sldId id="343" r:id="rId11"/>
    <p:sldId id="345" r:id="rId12"/>
    <p:sldId id="348" r:id="rId13"/>
    <p:sldId id="326" r:id="rId14"/>
    <p:sldId id="328" r:id="rId15"/>
    <p:sldId id="331" r:id="rId16"/>
    <p:sldId id="332" r:id="rId17"/>
    <p:sldId id="333" r:id="rId18"/>
    <p:sldId id="334" r:id="rId19"/>
    <p:sldId id="350" r:id="rId20"/>
    <p:sldId id="349" r:id="rId21"/>
    <p:sldId id="352" r:id="rId22"/>
    <p:sldId id="351" r:id="rId23"/>
    <p:sldId id="353" r:id="rId24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05/10/2020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157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464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3075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949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020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424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198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602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918607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12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33620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16704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1393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2088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350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5074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87261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0564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079763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73102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76461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8407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05/10/2020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05/10/2020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308" y="1122363"/>
            <a:ext cx="10637806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>
                <a:latin typeface="Rockwell" panose="02060603020205020403" pitchFamily="18" charset="0"/>
              </a:rPr>
              <a:t>Suites </a:t>
            </a:r>
            <a:br>
              <a:rPr lang="fr-FR" sz="5400" dirty="0">
                <a:latin typeface="Rockwell" panose="02060603020205020403" pitchFamily="18" charset="0"/>
              </a:rPr>
            </a:br>
            <a:r>
              <a:rPr lang="fr-FR" sz="5400" dirty="0">
                <a:latin typeface="Rockwell" panose="02060603020205020403" pitchFamily="18" charset="0"/>
              </a:rPr>
              <a:t>Partie 2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FECED42-E423-458B-83F2-9CA9E8304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16" y="1140909"/>
            <a:ext cx="11722168" cy="457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321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PLAN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72E1C4B4-EAE7-4882-9E44-E07A4323C82A}"/>
              </a:ext>
            </a:extLst>
          </p:cNvPr>
          <p:cNvSpPr txBox="1"/>
          <p:nvPr/>
        </p:nvSpPr>
        <p:spPr>
          <a:xfrm>
            <a:off x="1595997" y="1540497"/>
            <a:ext cx="801578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2400" dirty="0"/>
          </a:p>
          <a:p>
            <a:r>
              <a:rPr lang="fr-FR" sz="2400" dirty="0"/>
              <a:t>- Moyenne arithmétique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  <a:p>
            <a:r>
              <a:rPr lang="fr-FR" sz="2400" dirty="0"/>
              <a:t>- Sommes des termes d’une suite arithmétique</a:t>
            </a:r>
          </a:p>
          <a:p>
            <a:pPr marL="342900" indent="-342900">
              <a:buFontTx/>
              <a:buChar char="-"/>
            </a:pPr>
            <a:endParaRPr lang="fr-FR" sz="2400" dirty="0"/>
          </a:p>
          <a:p>
            <a:r>
              <a:rPr lang="fr-FR" sz="2400" dirty="0"/>
              <a:t>- Moyenne géométrique</a:t>
            </a:r>
          </a:p>
          <a:p>
            <a:endParaRPr lang="fr-FR" sz="2400" dirty="0"/>
          </a:p>
          <a:p>
            <a:r>
              <a:rPr lang="fr-FR" sz="2400" dirty="0"/>
              <a:t>- Somme des termes d’une suite géométrique</a:t>
            </a:r>
          </a:p>
          <a:p>
            <a:pPr marL="342900" indent="-342900">
              <a:buFontTx/>
              <a:buChar char="-"/>
            </a:pPr>
            <a:endParaRPr lang="fr-FR" sz="2400" dirty="0"/>
          </a:p>
          <a:p>
            <a:pPr marL="342900" indent="-342900">
              <a:buFontTx/>
              <a:buChar char="-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415010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Moyenne Arithmétique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DC22FF42-802C-4671-9E3C-89ADA48FF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64" y="1219200"/>
            <a:ext cx="10849034" cy="532343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B4204821-C763-4ADA-833B-4C836DA8DE08}"/>
              </a:ext>
            </a:extLst>
          </p:cNvPr>
          <p:cNvSpPr txBox="1"/>
          <p:nvPr/>
        </p:nvSpPr>
        <p:spPr>
          <a:xfrm>
            <a:off x="9011479" y="3419254"/>
            <a:ext cx="49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-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1501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Moyenne Arithmétique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01AA6CB-079C-4C38-A321-17DB15BA5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449" y="1232452"/>
            <a:ext cx="9953101" cy="387288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35D03BD-1AFC-4B1B-9221-71B00362F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9449" y="5300870"/>
            <a:ext cx="1812095" cy="131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2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5E0525CF-533C-46B2-8C6C-C04F1B425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457" y="1205948"/>
            <a:ext cx="10476652" cy="5106849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SOMME Arithmétique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4204821-C763-4ADA-833B-4C836DA8DE08}"/>
              </a:ext>
            </a:extLst>
          </p:cNvPr>
          <p:cNvSpPr txBox="1"/>
          <p:nvPr/>
        </p:nvSpPr>
        <p:spPr>
          <a:xfrm>
            <a:off x="9886123" y="3306714"/>
            <a:ext cx="4903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chemeClr val="bg1"/>
                </a:solidFill>
              </a:rPr>
              <a:t>-</a:t>
            </a:r>
            <a:endParaRPr lang="fr-FR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921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SOMME Arithmétique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E96D29D-A7CE-4B88-827C-5867670417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36" y="1288705"/>
            <a:ext cx="10462728" cy="523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89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SOMME Arithmétique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74CEA4A-FE0B-4973-9A21-CF25B2C0C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360" y="1391479"/>
            <a:ext cx="11605279" cy="1812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91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SOMME Arithmétique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D62F7E7-9568-4358-9C64-D84DB29257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90" y="1762539"/>
            <a:ext cx="11932819" cy="3708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2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SOMME Arithmétique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9A559F0-1147-407D-87C1-B6EF767F9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77" y="2122924"/>
            <a:ext cx="6275631" cy="341366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50E227A-19DE-48CD-9A48-FE2949EA7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808" y="2122924"/>
            <a:ext cx="5560015" cy="141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03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SOMME Arithmétique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1C7419-43DD-40B3-8C57-DAA1BA26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81" y="1746147"/>
            <a:ext cx="4859406" cy="373921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2715BF5-F385-44E5-9F6D-B7C879877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176" y="1746147"/>
            <a:ext cx="6631615" cy="133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52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SOMME Arithmétique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371C7419-43DD-40B3-8C57-DAA1BA260B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81" y="1746147"/>
            <a:ext cx="4859406" cy="373921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2715BF5-F385-44E5-9F6D-B7C879877C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176" y="1746147"/>
            <a:ext cx="6631615" cy="1334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6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700" y="61927"/>
            <a:ext cx="9905998" cy="1478570"/>
          </a:xfrm>
        </p:spPr>
        <p:txBody>
          <a:bodyPr rtlCol="0">
            <a:normAutofit/>
          </a:bodyPr>
          <a:lstStyle/>
          <a:p>
            <a:pPr rtl="0"/>
            <a:r>
              <a:rPr lang="fr-FR" dirty="0">
                <a:latin typeface="Rockwell" panose="02060603020205020403" pitchFamily="18" charset="0"/>
              </a:rPr>
              <a:t>Moyenne géométrique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8FC887E-A44B-4258-BC4F-53158A4B0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375" y="1699523"/>
            <a:ext cx="10089250" cy="450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54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Somme des termes d’une suite géométrique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A4A52DF-7EB6-4823-B988-ABF0D83B5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269" y="1086458"/>
            <a:ext cx="6886050" cy="5559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686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Somme des termes d’une suite géométrique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C7520FE-DCC3-453D-95A6-2FCDF307EA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392" y="1500659"/>
            <a:ext cx="5103215" cy="271374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248B33B4-481B-4B8E-813B-FEA27DA01B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31" y="4384653"/>
            <a:ext cx="10718268" cy="194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695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Somme des termes d’une suite géométrique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C0B3BC5-5E2C-4F66-BC18-099D6A519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363" y="1310185"/>
            <a:ext cx="8529273" cy="4956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94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Somme des termes d’une suite géométrique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F1EA56B-12EA-4C1F-858F-8185762B5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780" y="1460310"/>
            <a:ext cx="8948769" cy="458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997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Résumé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22E799A-371A-4508-B5BB-BD1571124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6" y="1134846"/>
            <a:ext cx="7500316" cy="551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6086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Résumé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7A78961-0BEA-4B20-8516-D91748801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528" y="1690622"/>
            <a:ext cx="11162944" cy="3737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915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Exercices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3FC9C0C-AFFC-4D80-B35C-580EA037F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73" y="1814843"/>
            <a:ext cx="8245505" cy="343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556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Exercices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173BCC9-BEEC-4481-8D81-59AFCB9481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836" y="1007165"/>
            <a:ext cx="5696030" cy="5638783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4C11787-AA0C-4066-8036-C075A031D8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054" y="1007165"/>
            <a:ext cx="4499440" cy="4076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4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Exercices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0885B54-2C39-4B31-86A3-16CA1F036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37" y="1176324"/>
            <a:ext cx="5076411" cy="524891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AC70A88F-D1E3-49A9-91A7-144D4AFB6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724" y="768626"/>
            <a:ext cx="5713539" cy="577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248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DB6CE4-2B13-4715-B5B2-615A5592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1166" y="212052"/>
            <a:ext cx="9905998" cy="1478570"/>
          </a:xfrm>
        </p:spPr>
        <p:txBody>
          <a:bodyPr rtlCol="0">
            <a:normAutofit/>
          </a:bodyPr>
          <a:lstStyle/>
          <a:p>
            <a:r>
              <a:rPr lang="fr-FR" dirty="0"/>
              <a:t>Exercices</a:t>
            </a:r>
            <a:br>
              <a:rPr lang="fr-FR" dirty="0"/>
            </a:br>
            <a:endParaRPr lang="fr-FR" dirty="0">
              <a:latin typeface="Rockwell" panose="02060603020205020403" pitchFamily="18" charset="0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AD3CBD-2ABD-45B3-B97F-EC05038CB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546952"/>
            <a:ext cx="4919837" cy="2174599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429AA77-E660-46CB-A37C-E0B12C184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62" y="1546952"/>
            <a:ext cx="5183772" cy="3764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31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0</TotalTime>
  <Words>97</Words>
  <Application>Microsoft Office PowerPoint</Application>
  <PresentationFormat>Grand écran</PresentationFormat>
  <Paragraphs>55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9" baseType="lpstr">
      <vt:lpstr>Arial</vt:lpstr>
      <vt:lpstr>Calibri</vt:lpstr>
      <vt:lpstr>Rockwell</vt:lpstr>
      <vt:lpstr>Trebuchet MS</vt:lpstr>
      <vt:lpstr>Tw Cen MT</vt:lpstr>
      <vt:lpstr>Circuit</vt:lpstr>
      <vt:lpstr>Suites  Partie 2</vt:lpstr>
      <vt:lpstr>Présentation PowerPoint</vt:lpstr>
      <vt:lpstr>PLAN</vt:lpstr>
      <vt:lpstr>Moyenne Arithmétique</vt:lpstr>
      <vt:lpstr>Moyenne Arithmétique</vt:lpstr>
      <vt:lpstr>SOMME Arithmétique</vt:lpstr>
      <vt:lpstr>SOMME Arithmétique</vt:lpstr>
      <vt:lpstr>SOMME Arithmétique</vt:lpstr>
      <vt:lpstr>SOMME Arithmétique</vt:lpstr>
      <vt:lpstr>SOMME Arithmétique</vt:lpstr>
      <vt:lpstr>SOMME Arithmétique</vt:lpstr>
      <vt:lpstr>SOMME Arithmétique</vt:lpstr>
      <vt:lpstr>Moyenne géométrique</vt:lpstr>
      <vt:lpstr>Somme des termes d’une suite géométrique </vt:lpstr>
      <vt:lpstr>Somme des termes d’une suite géométrique </vt:lpstr>
      <vt:lpstr>Somme des termes d’une suite géométrique </vt:lpstr>
      <vt:lpstr>Somme des termes d’une suite géométrique </vt:lpstr>
      <vt:lpstr>Résumé </vt:lpstr>
      <vt:lpstr>Résumé </vt:lpstr>
      <vt:lpstr>Exercices </vt:lpstr>
      <vt:lpstr>Exercices </vt:lpstr>
      <vt:lpstr>Exercices </vt:lpstr>
      <vt:lpstr>Exercices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2019-10-30T09:02:10Z</dcterms:created>
  <dcterms:modified xsi:type="dcterms:W3CDTF">2020-10-05T15:30:40Z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2018-08-20T22:55:44.5188046Z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