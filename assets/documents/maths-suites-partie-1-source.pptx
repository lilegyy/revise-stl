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87" r:id="rId1"/>
  </p:sldMasterIdLst>
  <p:notesMasterIdLst>
    <p:notesMasterId r:id="rId30"/>
  </p:notesMasterIdLst>
  <p:handoutMasterIdLst>
    <p:handoutMasterId r:id="rId31"/>
  </p:handoutMasterIdLst>
  <p:sldIdLst>
    <p:sldId id="256" r:id="rId2"/>
    <p:sldId id="314" r:id="rId3"/>
    <p:sldId id="316" r:id="rId4"/>
    <p:sldId id="317" r:id="rId5"/>
    <p:sldId id="318" r:id="rId6"/>
    <p:sldId id="319" r:id="rId7"/>
    <p:sldId id="320" r:id="rId8"/>
    <p:sldId id="322" r:id="rId9"/>
    <p:sldId id="323" r:id="rId10"/>
    <p:sldId id="329" r:id="rId11"/>
    <p:sldId id="324" r:id="rId12"/>
    <p:sldId id="321" r:id="rId13"/>
    <p:sldId id="303" r:id="rId14"/>
    <p:sldId id="304" r:id="rId15"/>
    <p:sldId id="305" r:id="rId16"/>
    <p:sldId id="306" r:id="rId17"/>
    <p:sldId id="307" r:id="rId18"/>
    <p:sldId id="311" r:id="rId19"/>
    <p:sldId id="308" r:id="rId20"/>
    <p:sldId id="331" r:id="rId21"/>
    <p:sldId id="332" r:id="rId22"/>
    <p:sldId id="333" r:id="rId23"/>
    <p:sldId id="330" r:id="rId24"/>
    <p:sldId id="312" r:id="rId25"/>
    <p:sldId id="315" r:id="rId26"/>
    <p:sldId id="326" r:id="rId27"/>
    <p:sldId id="327" r:id="rId28"/>
    <p:sldId id="32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8" autoAdjust="0"/>
    <p:restoredTop sz="94660"/>
  </p:normalViewPr>
  <p:slideViewPr>
    <p:cSldViewPr snapToGrid="0">
      <p:cViewPr varScale="1">
        <p:scale>
          <a:sx n="69" d="100"/>
          <a:sy n="69" d="100"/>
        </p:scale>
        <p:origin x="80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F368B05-2D38-44D6-B8DA-599D4A9E42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81012A-122D-475C-A900-C31EAF4E19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02FC4-2826-4189-9A5A-4802B82D90F9}" type="datetimeFigureOut">
              <a:rPr lang="fr-FR" smtClean="0"/>
              <a:t>04/09/2023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554434-9A0E-4261-9D33-B9B86CA7C1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980ABD-941E-484C-95AE-BBA0656FBE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9CB67-650C-4C62-AD51-A107FCCEC4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4460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A84B2-E620-4EFC-AE95-6DDE4155F805}" type="datetimeFigureOut">
              <a:rPr lang="fr-FR" noProof="0" smtClean="0"/>
              <a:t>04/09/2023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15328-2FD5-4AB1-B846-CCAE8EA09498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245701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6077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0001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9442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3165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1730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521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7842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7190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313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6652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9764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57714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54381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14136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568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02017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34802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8349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6920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11828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5366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7892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59721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49262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36788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122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9943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733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02EAC81-5C99-4864-A0E8-CFA5C9ABA6C2}" type="datetime1">
              <a:rPr lang="fr-FR" noProof="0" smtClean="0"/>
              <a:t>04/09/2023</a:t>
            </a:fld>
            <a:endParaRPr lang="fr-FR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84991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01D7A6B-BCC2-4C21-BAE3-6AF1B840E56D}" type="datetime1">
              <a:rPr lang="fr-FR" noProof="0" smtClean="0"/>
              <a:t>04/09/2023</a:t>
            </a:fld>
            <a:endParaRPr lang="fr-FR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4777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D282D03-1B0F-4808-A039-91C9E6CB118E}" type="datetime1">
              <a:rPr lang="fr-FR" noProof="0" smtClean="0"/>
              <a:t>04/09/2023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4529849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8BC33FA-CEBE-4502-9F9B-2F0989154353}" type="datetime1">
              <a:rPr lang="fr-FR" noProof="0" smtClean="0"/>
              <a:t>04/09/2023</a:t>
            </a:fld>
            <a:endParaRPr lang="fr-F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969171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3ECB3ED-4851-4DE7-9A6A-4D7485AC63E3}" type="datetime1">
              <a:rPr lang="fr-FR" noProof="0" smtClean="0"/>
              <a:t>04/09/2023</a:t>
            </a:fld>
            <a:endParaRPr lang="fr-FR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42322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D282D03-1B0F-4808-A039-91C9E6CB118E}" type="datetime1">
              <a:rPr lang="fr-FR" noProof="0" smtClean="0"/>
              <a:t>04/09/2023</a:t>
            </a:fld>
            <a:endParaRPr lang="fr-FR" noProof="0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7268459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69093F2-5574-4FF9-B1D2-E15C695A74EF}" type="datetime1">
              <a:rPr lang="fr-FR" noProof="0" smtClean="0"/>
              <a:t>04/09/2023</a:t>
            </a:fld>
            <a:endParaRPr lang="fr-FR" noProof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350804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75F6C24-568D-4917-863C-3B89D44003D5}" type="datetime1">
              <a:rPr lang="fr-FR" noProof="0" smtClean="0"/>
              <a:t>04/09/2023</a:t>
            </a:fld>
            <a:endParaRPr lang="fr-FR" noProof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28420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A202532-655D-448B-BCCD-E52581A788ED}" type="datetime1">
              <a:rPr lang="fr-FR" noProof="0" smtClean="0"/>
              <a:t>04/09/2023</a:t>
            </a:fld>
            <a:endParaRPr lang="fr-F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96365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ACE44FF-5CD6-4B82-B1F5-6AE86C9907EB}" type="datetime1">
              <a:rPr lang="fr-FR" noProof="0" smtClean="0"/>
              <a:t>04/09/2023</a:t>
            </a:fld>
            <a:endParaRPr lang="fr-F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8631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B3B6F96-1DBA-403E-937D-37819E106CA7}" type="datetime1">
              <a:rPr lang="fr-FR" noProof="0" smtClean="0"/>
              <a:t>04/09/2023</a:t>
            </a:fld>
            <a:endParaRPr lang="fr-FR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164901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D282D03-1B0F-4808-A039-91C9E6CB118E}" type="datetime1">
              <a:rPr lang="fr-FR" noProof="0" smtClean="0"/>
              <a:t>04/09/2023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665011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D282D03-1B0F-4808-A039-91C9E6CB118E}" type="datetime1">
              <a:rPr lang="fr-FR" noProof="0" smtClean="0"/>
              <a:t>04/09/2023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86366416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0004DDE-15BB-4C4D-B4EA-C083161A9948}" type="datetime1">
              <a:rPr lang="fr-FR" noProof="0" smtClean="0"/>
              <a:t>04/09/2023</a:t>
            </a:fld>
            <a:endParaRPr lang="fr-FR" noProof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1627212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D282D03-1B0F-4808-A039-91C9E6CB118E}" type="datetime1">
              <a:rPr lang="fr-FR" noProof="0" smtClean="0"/>
              <a:t>04/09/2023</a:t>
            </a:fld>
            <a:endParaRPr lang="fr-FR" noProof="0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066402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372795-7EAB-4160-A1B0-2F422ABD8E89}" type="datetime1">
              <a:rPr lang="fr-FR" noProof="0" smtClean="0"/>
              <a:t>04/09/2023</a:t>
            </a:fld>
            <a:endParaRPr lang="fr-FR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568531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C2BF765-708F-4989-AE14-BAB9493E4588}" type="datetime1">
              <a:rPr lang="fr-FR" noProof="0" smtClean="0"/>
              <a:t>04/09/2023</a:t>
            </a:fld>
            <a:endParaRPr lang="fr-FR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fr-F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97527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CD282D03-1B0F-4808-A039-91C9E6CB118E}" type="datetime1">
              <a:rPr lang="fr-FR" noProof="0" smtClean="0"/>
              <a:t>04/09/2023</a:t>
            </a:fld>
            <a:endParaRPr lang="fr-FR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587777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253" y="1041400"/>
            <a:ext cx="10637806" cy="2387600"/>
          </a:xfrm>
        </p:spPr>
        <p:txBody>
          <a:bodyPr rtlCol="0">
            <a:normAutofit/>
          </a:bodyPr>
          <a:lstStyle/>
          <a:p>
            <a:pPr algn="ctr" rtl="0"/>
            <a:r>
              <a:rPr lang="fr-FR" sz="5400" dirty="0">
                <a:latin typeface="Rockwell" panose="02060603020205020403" pitchFamily="18" charset="0"/>
              </a:rPr>
              <a:t>Suites </a:t>
            </a:r>
            <a:br>
              <a:rPr lang="fr-FR" sz="5400" dirty="0">
                <a:latin typeface="Rockwell" panose="02060603020205020403" pitchFamily="18" charset="0"/>
              </a:rPr>
            </a:br>
            <a:r>
              <a:rPr lang="fr-FR" sz="5400" dirty="0">
                <a:latin typeface="Rockwell" panose="02060603020205020403" pitchFamily="18" charset="0"/>
              </a:rPr>
              <a:t>Partie 1</a:t>
            </a: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Arithmétiques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36ADEA7-7D16-4F61-A9C2-56F232E595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8562"/>
          <a:stretch/>
        </p:blipFill>
        <p:spPr>
          <a:xfrm>
            <a:off x="1133988" y="2064327"/>
            <a:ext cx="9342331" cy="294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100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Arithmétiques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E787CDE-1F80-4824-9C19-90B1E22A04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179"/>
          <a:stretch/>
        </p:blipFill>
        <p:spPr>
          <a:xfrm>
            <a:off x="2132320" y="1173708"/>
            <a:ext cx="7096455" cy="545859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5CB45A3-4C48-44CD-AC6E-063DE115B868}"/>
              </a:ext>
            </a:extLst>
          </p:cNvPr>
          <p:cNvSpPr txBox="1"/>
          <p:nvPr/>
        </p:nvSpPr>
        <p:spPr>
          <a:xfrm>
            <a:off x="6292403" y="3739488"/>
            <a:ext cx="708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-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8C24AF8-19C2-4A96-96DA-FAAD42779253}"/>
              </a:ext>
            </a:extLst>
          </p:cNvPr>
          <p:cNvSpPr txBox="1"/>
          <p:nvPr/>
        </p:nvSpPr>
        <p:spPr>
          <a:xfrm>
            <a:off x="6292403" y="4201070"/>
            <a:ext cx="708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-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52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Arithmétiques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FE29612-9DA7-41EC-801F-A210D2B6B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424" y="1540496"/>
            <a:ext cx="5443247" cy="476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4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Arithmétiques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3F19426-D183-4E46-94B4-D78C044A9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653" y="1291116"/>
            <a:ext cx="9908693" cy="512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90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8182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Arithmétiques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EDDD587-9800-4B44-A386-99B253E5B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936" y="1330035"/>
            <a:ext cx="6388751" cy="520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34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Arithmétiques</a:t>
            </a:r>
          </a:p>
        </p:txBody>
      </p:sp>
      <p:pic>
        <p:nvPicPr>
          <p:cNvPr id="3" name="Picture 2" descr="Apprendre par cœur ou ne pas apprendre par cœur, telle est la ...">
            <a:extLst>
              <a:ext uri="{FF2B5EF4-FFF2-40B4-BE49-F238E27FC236}">
                <a16:creationId xmlns:a16="http://schemas.microsoft.com/office/drawing/2014/main" id="{8163CEB7-5BEF-4311-A18D-714837E29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681" y="4335377"/>
            <a:ext cx="3677992" cy="223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C3F7894-E7D4-45BE-8F31-D49814463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31" y="1444449"/>
            <a:ext cx="9357246" cy="65343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2754604-C3A7-4D82-96CD-1A23B3183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431" y="2571696"/>
            <a:ext cx="7283911" cy="90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754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Arithmétiques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5619598-BC4D-460E-8700-F43597F60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259" y="1540497"/>
            <a:ext cx="5202042" cy="473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89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Arithmétiques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88951A3-ABE0-4C87-928B-BADD467B1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748" y="1540497"/>
            <a:ext cx="5955360" cy="438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32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Arithmétiques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18CC946-8816-476D-8806-6D9AF788D4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8943"/>
          <a:stretch/>
        </p:blipFill>
        <p:spPr>
          <a:xfrm>
            <a:off x="458337" y="1503528"/>
            <a:ext cx="5861362" cy="312148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776F1420-63DC-4F38-AE0C-ACB3818F4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3074" y="450211"/>
            <a:ext cx="4377153" cy="147857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D926A57-084F-40C7-A2FB-021B3EAA6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3074" y="1877200"/>
            <a:ext cx="2097278" cy="491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82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Arithmétiques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2E7BA45-35C1-4189-9AFF-1F7623732F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526"/>
          <a:stretch/>
        </p:blipFill>
        <p:spPr>
          <a:xfrm>
            <a:off x="919302" y="1540497"/>
            <a:ext cx="4604344" cy="431439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660332C-EBB9-47C7-9AE2-769F54B7E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44" y="1540497"/>
            <a:ext cx="5181165" cy="254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00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Arithmétiques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3D82C23-34E6-4AD2-92A4-4F15A57D4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30" y="1883392"/>
            <a:ext cx="5118505" cy="364899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A3E9D00-12A9-4AB8-A110-EF96F0444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83392"/>
            <a:ext cx="5753279" cy="202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5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géométriques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C43ED12-3DB5-408A-B51D-F8908A08C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700" y="1284809"/>
            <a:ext cx="8726557" cy="531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08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géométriques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8C56BC2-FE0E-4402-9037-FEE697950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2567" y="1026502"/>
            <a:ext cx="5141016" cy="5769571"/>
          </a:xfrm>
          <a:prstGeom prst="rect">
            <a:avLst/>
          </a:prstGeom>
        </p:spPr>
      </p:pic>
      <p:sp>
        <p:nvSpPr>
          <p:cNvPr id="6" name="Étoile : 5 branches 5">
            <a:extLst>
              <a:ext uri="{FF2B5EF4-FFF2-40B4-BE49-F238E27FC236}">
                <a16:creationId xmlns:a16="http://schemas.microsoft.com/office/drawing/2014/main" id="{A32F240F-D1C9-4520-BDEE-CB3971E1396F}"/>
              </a:ext>
            </a:extLst>
          </p:cNvPr>
          <p:cNvSpPr/>
          <p:nvPr/>
        </p:nvSpPr>
        <p:spPr>
          <a:xfrm>
            <a:off x="6896169" y="4253812"/>
            <a:ext cx="238539" cy="212035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Étoile : 5 branches 6">
            <a:extLst>
              <a:ext uri="{FF2B5EF4-FFF2-40B4-BE49-F238E27FC236}">
                <a16:creationId xmlns:a16="http://schemas.microsoft.com/office/drawing/2014/main" id="{D7C8F272-5A38-42BF-A335-11B2CFE41886}"/>
              </a:ext>
            </a:extLst>
          </p:cNvPr>
          <p:cNvSpPr/>
          <p:nvPr/>
        </p:nvSpPr>
        <p:spPr>
          <a:xfrm>
            <a:off x="6896168" y="4684508"/>
            <a:ext cx="238539" cy="212035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B16F45D-F273-45EC-8155-4929E644957D}"/>
              </a:ext>
            </a:extLst>
          </p:cNvPr>
          <p:cNvSpPr txBox="1"/>
          <p:nvPr/>
        </p:nvSpPr>
        <p:spPr>
          <a:xfrm>
            <a:off x="6643862" y="4108695"/>
            <a:ext cx="522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1AC1277-4A08-4E4B-9EF3-A0CA787B80EB}"/>
              </a:ext>
            </a:extLst>
          </p:cNvPr>
          <p:cNvSpPr txBox="1"/>
          <p:nvPr/>
        </p:nvSpPr>
        <p:spPr>
          <a:xfrm>
            <a:off x="6643862" y="4527211"/>
            <a:ext cx="522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5587574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géométriques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EC64521-FB83-4D75-A275-2326008EA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913769"/>
            <a:ext cx="9905999" cy="1603489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F49AB7B-4531-47DA-A7BC-FA05D3577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525" y="1226548"/>
            <a:ext cx="4013937" cy="355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06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géométriques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F735419-EA85-46A4-AF81-56ADD6061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436" y="1399179"/>
            <a:ext cx="9127793" cy="490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5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géométriques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ABFF234-C92A-4B23-A88A-8C909162E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617" y="1380330"/>
            <a:ext cx="5589825" cy="511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87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géométriques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0EC6771-E33E-44B2-A6BC-CBB2CA20C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438" y="1856096"/>
            <a:ext cx="9606538" cy="67414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7CDAF47-7F18-4B30-8BCA-37D1C9C73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438" y="2938320"/>
            <a:ext cx="6482505" cy="981360"/>
          </a:xfrm>
          <a:prstGeom prst="rect">
            <a:avLst/>
          </a:prstGeom>
        </p:spPr>
      </p:pic>
      <p:pic>
        <p:nvPicPr>
          <p:cNvPr id="1026" name="Picture 2" descr="Apprendre par cœur ou ne pas apprendre par cœur, telle est la ...">
            <a:extLst>
              <a:ext uri="{FF2B5EF4-FFF2-40B4-BE49-F238E27FC236}">
                <a16:creationId xmlns:a16="http://schemas.microsoft.com/office/drawing/2014/main" id="{C29C3AEA-7799-468D-BCC7-A4A4900CF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681" y="4335377"/>
            <a:ext cx="3677992" cy="223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354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géométriques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BAB913E-411C-4FD9-8820-160396259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12" y="1540497"/>
            <a:ext cx="5185360" cy="449750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63C9590-8A34-49FE-A31B-CD972938D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56277"/>
            <a:ext cx="4998424" cy="2232973"/>
          </a:xfrm>
          <a:prstGeom prst="rect">
            <a:avLst/>
          </a:prstGeom>
        </p:spPr>
      </p:pic>
      <p:sp>
        <p:nvSpPr>
          <p:cNvPr id="6" name="Interdiction 5">
            <a:extLst>
              <a:ext uri="{FF2B5EF4-FFF2-40B4-BE49-F238E27FC236}">
                <a16:creationId xmlns:a16="http://schemas.microsoft.com/office/drawing/2014/main" id="{B0B9073A-559D-43F8-961C-F979D59454A4}"/>
              </a:ext>
            </a:extLst>
          </p:cNvPr>
          <p:cNvSpPr/>
          <p:nvPr/>
        </p:nvSpPr>
        <p:spPr>
          <a:xfrm>
            <a:off x="9485194" y="3046863"/>
            <a:ext cx="436728" cy="382137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050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17EEB25-55B7-4F6F-8922-C83E31200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82" y="1034497"/>
            <a:ext cx="10925454" cy="510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6975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B673E50-DE16-46F7-AC37-04899206C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022" y="388351"/>
            <a:ext cx="6312130" cy="626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53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1AF2798-51F6-4ACB-BE69-FDDD9FA9F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867" y="344557"/>
            <a:ext cx="7603874" cy="63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418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géométriques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B89A037-D816-4218-9A96-3FB007B02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74" y="1965278"/>
            <a:ext cx="5651383" cy="273019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88DC625-3E73-4996-96DC-DE56D69D5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65278"/>
            <a:ext cx="6020390" cy="186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583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Suites géométriques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9E96AAA-58DB-4ABB-B3FE-293093A159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300"/>
          <a:stretch/>
        </p:blipFill>
        <p:spPr>
          <a:xfrm>
            <a:off x="573846" y="1746913"/>
            <a:ext cx="5389050" cy="313898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8382E1A-5258-4EB5-8F3B-AEFB33D28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746913"/>
            <a:ext cx="4586056" cy="226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87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r>
              <a:rPr lang="fr-FR" dirty="0">
                <a:latin typeface="Rockwell" panose="02060603020205020403" pitchFamily="18" charset="0"/>
              </a:rPr>
              <a:t>Conjecturer un type de suite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8FF993E-9E31-4DBF-A0C3-779F0BD03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3689" y="1222935"/>
            <a:ext cx="4444621" cy="557313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1C3F5E3-D1A5-4A6A-92D2-168A2ED782E9}"/>
              </a:ext>
            </a:extLst>
          </p:cNvPr>
          <p:cNvSpPr txBox="1"/>
          <p:nvPr/>
        </p:nvSpPr>
        <p:spPr>
          <a:xfrm>
            <a:off x="7055892" y="2701505"/>
            <a:ext cx="832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2078D3C-8677-44F0-90CF-88B9C9F48149}"/>
              </a:ext>
            </a:extLst>
          </p:cNvPr>
          <p:cNvSpPr txBox="1"/>
          <p:nvPr/>
        </p:nvSpPr>
        <p:spPr>
          <a:xfrm>
            <a:off x="4719852" y="2989006"/>
            <a:ext cx="832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147194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r>
              <a:rPr lang="fr-FR" dirty="0">
                <a:latin typeface="Rockwell" panose="02060603020205020403" pitchFamily="18" charset="0"/>
              </a:rPr>
              <a:t>Conjecturer un type de suite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F935044-EC4B-4489-801A-9BAD66009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318" y="1462087"/>
            <a:ext cx="10151380" cy="393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076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Conjecturer un type de suite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67EFE50-6A47-4F7F-8021-E92640D6B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191" y="1540497"/>
            <a:ext cx="5749618" cy="5040348"/>
          </a:xfrm>
          <a:prstGeom prst="rect">
            <a:avLst/>
          </a:prstGeom>
        </p:spPr>
      </p:pic>
      <p:sp>
        <p:nvSpPr>
          <p:cNvPr id="4" name="Interdiction 3">
            <a:extLst>
              <a:ext uri="{FF2B5EF4-FFF2-40B4-BE49-F238E27FC236}">
                <a16:creationId xmlns:a16="http://schemas.microsoft.com/office/drawing/2014/main" id="{A7F0819D-0E1C-4CB0-A328-1B9947E15D54}"/>
              </a:ext>
            </a:extLst>
          </p:cNvPr>
          <p:cNvSpPr/>
          <p:nvPr/>
        </p:nvSpPr>
        <p:spPr>
          <a:xfrm>
            <a:off x="8052179" y="2408828"/>
            <a:ext cx="436728" cy="382137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769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Conjecturer un type de suite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F80F094-973D-4952-95FB-87B0857D1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359" y="1680500"/>
            <a:ext cx="5793618" cy="429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456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98</Words>
  <Application>Microsoft Office PowerPoint</Application>
  <PresentationFormat>Grand écran</PresentationFormat>
  <Paragraphs>59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Century Gothic</vt:lpstr>
      <vt:lpstr>Rockwell</vt:lpstr>
      <vt:lpstr>Wingdings 3</vt:lpstr>
      <vt:lpstr>Ion</vt:lpstr>
      <vt:lpstr>Suites  Partie 1</vt:lpstr>
      <vt:lpstr>Suites Arithmétiques</vt:lpstr>
      <vt:lpstr>Suites Arithmétiques</vt:lpstr>
      <vt:lpstr>Suites Arithmétiques</vt:lpstr>
      <vt:lpstr>Suites Arithmétiques</vt:lpstr>
      <vt:lpstr>Suites Arithmétiques</vt:lpstr>
      <vt:lpstr>Suites Arithmétiques</vt:lpstr>
      <vt:lpstr>Suites Arithmétiques</vt:lpstr>
      <vt:lpstr>Suites Arithmétiques</vt:lpstr>
      <vt:lpstr>Suites Arithmétiques</vt:lpstr>
      <vt:lpstr>Suites Arithmétiques</vt:lpstr>
      <vt:lpstr>Suites Arithmétiques</vt:lpstr>
      <vt:lpstr>Suites géométriques</vt:lpstr>
      <vt:lpstr>Suites géométriques</vt:lpstr>
      <vt:lpstr>Suites géométriques</vt:lpstr>
      <vt:lpstr>Suites géométriques</vt:lpstr>
      <vt:lpstr>Suites géométriques</vt:lpstr>
      <vt:lpstr>Suites géométriques</vt:lpstr>
      <vt:lpstr>Suites géométriques</vt:lpstr>
      <vt:lpstr>Présentation PowerPoint</vt:lpstr>
      <vt:lpstr>Présentation PowerPoint</vt:lpstr>
      <vt:lpstr>Présentation PowerPoint</vt:lpstr>
      <vt:lpstr>Suites géométriques</vt:lpstr>
      <vt:lpstr>Suites géométriques</vt:lpstr>
      <vt:lpstr>Conjecturer un type de suite</vt:lpstr>
      <vt:lpstr>Conjecturer un type de suite</vt:lpstr>
      <vt:lpstr>Conjecturer un type de suite</vt:lpstr>
      <vt:lpstr>Conjecturer un type de suite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2019-10-30T09:02:10Z</dcterms:created>
  <dcterms:modified xsi:type="dcterms:W3CDTF">2023-09-04T14:44:18Z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v-abdarl@microsoft.com</vt:lpwstr>
  </property>
  <property fmtid="{D5CDD505-2E9C-101B-9397-08002B2CF9AE}" pid="5" name="MSIP_Label_f42aa342-8706-4288-bd11-ebb85995028c_SetDate">
    <vt:lpwstr>2018-08-20T22:55:44.5188046Z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