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autoCompressPictures="0">
  <p:sldMasterIdLst>
    <p:sldMasterId id="2147483669" r:id="rId1"/>
  </p:sldMasterIdLst>
  <p:notesMasterIdLst>
    <p:notesMasterId r:id="rId37"/>
  </p:notesMasterIdLst>
  <p:handoutMasterIdLst>
    <p:handoutMasterId r:id="rId38"/>
  </p:handoutMasterIdLst>
  <p:sldIdLst>
    <p:sldId id="256" r:id="rId2"/>
    <p:sldId id="337" r:id="rId3"/>
    <p:sldId id="335" r:id="rId4"/>
    <p:sldId id="336" r:id="rId5"/>
    <p:sldId id="343" r:id="rId6"/>
    <p:sldId id="338" r:id="rId7"/>
    <p:sldId id="339" r:id="rId8"/>
    <p:sldId id="340" r:id="rId9"/>
    <p:sldId id="344" r:id="rId10"/>
    <p:sldId id="341" r:id="rId11"/>
    <p:sldId id="345" r:id="rId12"/>
    <p:sldId id="347" r:id="rId13"/>
    <p:sldId id="348" r:id="rId14"/>
    <p:sldId id="349" r:id="rId15"/>
    <p:sldId id="346" r:id="rId16"/>
    <p:sldId id="342" r:id="rId17"/>
    <p:sldId id="350" r:id="rId18"/>
    <p:sldId id="351" r:id="rId19"/>
    <p:sldId id="352" r:id="rId20"/>
    <p:sldId id="353" r:id="rId21"/>
    <p:sldId id="358" r:id="rId22"/>
    <p:sldId id="354" r:id="rId23"/>
    <p:sldId id="355" r:id="rId24"/>
    <p:sldId id="356" r:id="rId25"/>
    <p:sldId id="359" r:id="rId26"/>
    <p:sldId id="361" r:id="rId27"/>
    <p:sldId id="362" r:id="rId28"/>
    <p:sldId id="360" r:id="rId29"/>
    <p:sldId id="357" r:id="rId30"/>
    <p:sldId id="363" r:id="rId31"/>
    <p:sldId id="364" r:id="rId32"/>
    <p:sldId id="365" r:id="rId33"/>
    <p:sldId id="366" r:id="rId34"/>
    <p:sldId id="367" r:id="rId35"/>
    <p:sldId id="368" r:id="rId36"/>
  </p:sldIdLst>
  <p:sldSz cx="12192000" cy="6858000"/>
  <p:notesSz cx="6858000" cy="9144000"/>
  <p:defaultTextStyle>
    <a:defPPr rtl="0"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3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8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F368B05-2D38-44D6-B8DA-599D4A9E42B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681012A-122D-475C-A900-C31EAF4E19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502FC4-2826-4189-9A5A-4802B82D90F9}" type="datetimeFigureOut">
              <a:rPr lang="fr-FR" smtClean="0"/>
              <a:t>05/10/2021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2554434-9A0E-4261-9D33-B9B86CA7C17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980ABD-941E-484C-95AE-BBA0656FBE2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79CB67-650C-4C62-AD51-A107FCCEC4E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944601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EA84B2-E620-4EFC-AE95-6DDE4155F805}" type="datetimeFigureOut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noProof="0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/>
            <a:r>
              <a:rPr lang="fr-FR" noProof="0" dirty="0"/>
              <a:t>Deuxième niveau</a:t>
            </a:r>
          </a:p>
          <a:p>
            <a:pPr lvl="2"/>
            <a:r>
              <a:rPr lang="fr-FR" noProof="0" dirty="0"/>
              <a:t>Troisième niveau</a:t>
            </a:r>
          </a:p>
          <a:p>
            <a:pPr lvl="3"/>
            <a:r>
              <a:rPr lang="fr-FR" noProof="0" dirty="0"/>
              <a:t>Quatrième niveau</a:t>
            </a:r>
          </a:p>
          <a:p>
            <a:pPr lvl="4"/>
            <a:r>
              <a:rPr lang="fr-FR" noProof="0" dirty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E15328-2FD5-4AB1-B846-CCAE8EA09498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1245701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60775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51705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2723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227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4542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2130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4556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2453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17280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20563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800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61442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7323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4325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60366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405511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8005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59472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256837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80490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0261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92606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594044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292228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25753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19373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11213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33792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045198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98018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412586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056765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95596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47153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E15328-2FD5-4AB1-B846-CCAE8EA09498}" type="slidenum">
              <a:rPr lang="fr-FR" smtClean="0"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70210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e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 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orme libre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orme libre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orme libre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orme libre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orme libre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orme libre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orme libre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orme libre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orme libre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orme libre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orme libre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orme libre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orme libre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orme libre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orme libre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orme libre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orme libre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orme libre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orme libre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orme libre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orme libre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orme libre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orme libre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orme libre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orme libre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orme libre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orme libre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orme libre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orme libre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orme libre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orme libre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orme libre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orme libre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orme libre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orme libre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orme libre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orme libre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 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orme libre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orme libre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orme libre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orme libre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orme libre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orme libre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orme libre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orme libre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orme libre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orme libre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orme libre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orme libre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orme libre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rtlCol="0" anchor="b">
            <a:normAutofit/>
          </a:bodyPr>
          <a:lstStyle>
            <a:lvl1pPr algn="l">
              <a:defRPr sz="48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 rtlCol="0"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fr-FR" noProof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 rtlCol="0"/>
          <a:lstStyle/>
          <a:p>
            <a:pPr rtl="0"/>
            <a:fld id="{A02EAC81-5C99-4864-A0E8-CFA5C9ABA6C2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01D7A6B-BCC2-4C21-BAE3-6AF1B840E56D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4424362"/>
            <a:ext cx="9906000" cy="1374776"/>
          </a:xfrm>
        </p:spPr>
        <p:txBody>
          <a:bodyPr rtlCol="0"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635DD21-33A0-42C5-A2E5-7493465514B7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1141410" y="2249486"/>
            <a:ext cx="4878389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72200" y="2249486"/>
            <a:ext cx="4875211" cy="3541714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BC33FA-CEBE-4502-9F9B-2F0989154353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1" y="2249486"/>
            <a:ext cx="4878392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1141410" y="3073397"/>
            <a:ext cx="4878391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2249485"/>
            <a:ext cx="4875210" cy="823912"/>
          </a:xfrm>
        </p:spPr>
        <p:txBody>
          <a:bodyPr rtlCol="0"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72200" y="3073397"/>
            <a:ext cx="4875210" cy="2717801"/>
          </a:xfrm>
        </p:spPr>
        <p:txBody>
          <a:bodyPr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3ECB3ED-4851-4DE7-9A6A-4D7485AC63E3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uniqu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DFEB93-A53E-490C-AF00-EDE3AFF9A36D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69093F2-5574-4FF9-B1D2-E15C695A74EF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5156200" y="592666"/>
            <a:ext cx="5891209" cy="5198534"/>
          </a:xfrm>
        </p:spPr>
        <p:txBody>
          <a:bodyPr rtlCol="0" anchor="ctr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6705" y="2249486"/>
            <a:ext cx="3856037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5F6C24-568D-4917-863C-3B89D44003D5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2249486"/>
            <a:ext cx="5934511" cy="3541714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202532-655D-448B-BCCD-E52581A788ED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rtlCol="0" anchor="b">
            <a:normAutofit/>
          </a:bodyPr>
          <a:lstStyle>
            <a:lvl1pPr>
              <a:defRPr sz="32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’image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5124020"/>
            <a:ext cx="9910859" cy="682472"/>
          </a:xfrm>
        </p:spPr>
        <p:txBody>
          <a:bodyPr rtlCol="0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CE44FF-5CD6-4B82-B1F5-6AE86C9907EB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0" y="4419599"/>
            <a:ext cx="9904459" cy="1371599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B6F96-1DBA-403E-937D-37819E106CA7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rtlCol="0" anchor="ctr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3" hasCustomPrompt="1"/>
          </p:nvPr>
        </p:nvSpPr>
        <p:spPr>
          <a:xfrm>
            <a:off x="1720644" y="3365557"/>
            <a:ext cx="8752299" cy="548968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411" y="4309919"/>
            <a:ext cx="9906002" cy="1489496"/>
          </a:xfrm>
        </p:spPr>
        <p:txBody>
          <a:bodyPr rtlCol="0"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5413907-E3EB-48AE-AB86-05A8E02730C7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  <p:sp>
        <p:nvSpPr>
          <p:cNvPr id="60" name="Zone de texte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Zone de texte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 rtl="0"/>
            <a:r>
              <a:rPr lang="fr-FR" sz="8000" noProof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d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rtlCol="0" anchor="b">
            <a:normAutofit/>
          </a:bodyPr>
          <a:lstStyle>
            <a:lvl1pPr>
              <a:defRPr sz="3600"/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141364" y="4657655"/>
            <a:ext cx="9904505" cy="1140644"/>
          </a:xfrm>
        </p:spPr>
        <p:txBody>
          <a:bodyPr rtlCol="0"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2A7BD87-4162-417A-9B5A-2932BA9F7490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r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0" y="2674463"/>
            <a:ext cx="3196899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8" name="Espace réservé du texte 3"/>
          <p:cNvSpPr>
            <a:spLocks noGrp="1"/>
          </p:cNvSpPr>
          <p:nvPr>
            <p:ph type="body" sz="half" idx="15" hasCustomPrompt="1"/>
          </p:nvPr>
        </p:nvSpPr>
        <p:spPr>
          <a:xfrm>
            <a:off x="1127918" y="3360263"/>
            <a:ext cx="3208735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9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514766" y="2677635"/>
            <a:ext cx="3184385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0" name="Espace réservé du texte 3"/>
          <p:cNvSpPr>
            <a:spLocks noGrp="1"/>
          </p:cNvSpPr>
          <p:nvPr>
            <p:ph type="body" sz="half" idx="16" hasCustomPrompt="1"/>
          </p:nvPr>
        </p:nvSpPr>
        <p:spPr>
          <a:xfrm>
            <a:off x="4504213" y="3363435"/>
            <a:ext cx="3195830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1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442" y="2674463"/>
            <a:ext cx="3194968" cy="685800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12" name="Espace réservé du texte 3"/>
          <p:cNvSpPr>
            <a:spLocks noGrp="1"/>
          </p:cNvSpPr>
          <p:nvPr>
            <p:ph type="body" sz="half" idx="17" hasCustomPrompt="1"/>
          </p:nvPr>
        </p:nvSpPr>
        <p:spPr>
          <a:xfrm>
            <a:off x="7852442" y="3360263"/>
            <a:ext cx="3194968" cy="2430936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004DDE-15BB-4C4D-B4EA-C083161A9948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r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19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141413" y="4404596"/>
            <a:ext cx="319524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0" name="Espace réservé d’image 2"/>
          <p:cNvSpPr>
            <a:spLocks noGrp="1" noChangeAspect="1"/>
          </p:cNvSpPr>
          <p:nvPr>
            <p:ph type="pic" idx="15" hasCustomPrompt="1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1" name="Espace réservé du texte 3"/>
          <p:cNvSpPr>
            <a:spLocks noGrp="1"/>
          </p:cNvSpPr>
          <p:nvPr>
            <p:ph type="body" sz="half" idx="18" hasCustomPrompt="1"/>
          </p:nvPr>
        </p:nvSpPr>
        <p:spPr>
          <a:xfrm>
            <a:off x="1141413" y="4980858"/>
            <a:ext cx="3195240" cy="817843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2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489053" y="4404596"/>
            <a:ext cx="3200400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3" name="Espace réservé d’image 2"/>
          <p:cNvSpPr>
            <a:spLocks noGrp="1" noChangeAspect="1"/>
          </p:cNvSpPr>
          <p:nvPr>
            <p:ph type="pic" idx="21" hasCustomPrompt="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4" name="Espace réservé du texte 3"/>
          <p:cNvSpPr>
            <a:spLocks noGrp="1"/>
          </p:cNvSpPr>
          <p:nvPr>
            <p:ph type="body" sz="half" idx="19" hasCustomPrompt="1"/>
          </p:nvPr>
        </p:nvSpPr>
        <p:spPr>
          <a:xfrm>
            <a:off x="4487593" y="4980857"/>
            <a:ext cx="3200400" cy="810342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5" name="Espace réservé du texte 4"/>
          <p:cNvSpPr>
            <a:spLocks noGrp="1"/>
          </p:cNvSpPr>
          <p:nvPr>
            <p:ph type="body" sz="quarter" idx="13" hasCustomPrompt="1"/>
          </p:nvPr>
        </p:nvSpPr>
        <p:spPr>
          <a:xfrm>
            <a:off x="7852567" y="4404595"/>
            <a:ext cx="3190741" cy="576262"/>
          </a:xfrm>
        </p:spPr>
        <p:txBody>
          <a:bodyPr rtlCol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26" name="Espace réservé d’image 2"/>
          <p:cNvSpPr>
            <a:spLocks noGrp="1" noChangeAspect="1"/>
          </p:cNvSpPr>
          <p:nvPr>
            <p:ph type="pic" idx="22" hasCustomPrompt="1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 rtl="0">
              <a:buNone/>
            </a:pPr>
            <a:r>
              <a:rPr lang="fr-FR" noProof="0"/>
              <a:t>Cliquez sur l’icône pour ajouter une image</a:t>
            </a:r>
          </a:p>
        </p:txBody>
      </p:sp>
      <p:sp>
        <p:nvSpPr>
          <p:cNvPr id="27" name="Espace réservé du texte 3"/>
          <p:cNvSpPr>
            <a:spLocks noGrp="1"/>
          </p:cNvSpPr>
          <p:nvPr>
            <p:ph type="body" sz="half" idx="20" hasCustomPrompt="1"/>
          </p:nvPr>
        </p:nvSpPr>
        <p:spPr>
          <a:xfrm>
            <a:off x="7852442" y="4980854"/>
            <a:ext cx="3194968" cy="810345"/>
          </a:xfrm>
        </p:spPr>
        <p:txBody>
          <a:bodyPr rtlCol="0"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fr-FR" noProof="0"/>
              <a:t>Modifiez les styles du texte du masque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1F3B7E-0513-428C-82D7-BDF3AA9A4EA5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372795-7EAB-4160-A1B0-2F422ABD8E89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 rtlCol="0"/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1141410" y="609599"/>
            <a:ext cx="7748590" cy="5181601"/>
          </a:xfrm>
        </p:spPr>
        <p:txBody>
          <a:bodyPr vert="eaVert" rtlCol="0"/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2BF765-708F-4989-AE14-BAB9493E4588}" type="datetime1">
              <a:rPr lang="fr-FR" noProof="0" smtClean="0"/>
              <a:t>05/10/2021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6D22F896-40B5-4ADD-8801-0D06FADFA095}" type="slidenum">
              <a:rPr lang="fr-FR" noProof="0" smtClean="0"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e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e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 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orme libre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orme libre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orme libre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orme libre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orme libre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orme libre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orme libre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orme libre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orme libre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orme libre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gne 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orme libre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orme libre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orme libre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orme libre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orme libre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orme libre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orme libre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orme libre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orme libre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orme libre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orme libre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orme libre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orme libre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orme libre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e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orme libre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orme libre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orme libre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orme libre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orme libre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orme libre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orme libre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orme libre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orme libre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endParaRPr lang="fr-FR" noProof="0"/>
          </a:p>
        </p:txBody>
      </p:sp>
      <p:sp>
        <p:nvSpPr>
          <p:cNvPr id="3" name="Espace réservé au texte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 dirty="0"/>
              <a:t>Modifiez les styles du texte du masque</a:t>
            </a:r>
          </a:p>
          <a:p>
            <a:pPr lvl="1" rtl="0"/>
            <a:r>
              <a:rPr lang="fr-FR" noProof="0" dirty="0"/>
              <a:t>Deuxième niveau</a:t>
            </a:r>
          </a:p>
          <a:p>
            <a:pPr lvl="2" rtl="0"/>
            <a:r>
              <a:rPr lang="fr-FR" noProof="0" dirty="0"/>
              <a:t>Troisième niveau</a:t>
            </a:r>
          </a:p>
          <a:p>
            <a:pPr lvl="3" rtl="0"/>
            <a:r>
              <a:rPr lang="fr-FR" noProof="0" dirty="0"/>
              <a:t>Quatrième niveau</a:t>
            </a:r>
          </a:p>
          <a:p>
            <a:pPr lvl="4" rtl="0"/>
            <a:r>
              <a:rPr lang="fr-FR" noProof="0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D282D03-1B0F-4808-A039-91C9E6CB118E}" type="datetime1">
              <a:rPr lang="fr-FR" noProof="0" smtClean="0"/>
              <a:t>05/10/2021</a:t>
            </a:fld>
            <a:endParaRPr lang="fr-FR" noProof="0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6D22F896-40B5-4ADD-8801-0D06FADFA095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3308" y="1122363"/>
            <a:ext cx="10637806" cy="2387600"/>
          </a:xfrm>
        </p:spPr>
        <p:txBody>
          <a:bodyPr rtlCol="0">
            <a:normAutofit/>
          </a:bodyPr>
          <a:lstStyle/>
          <a:p>
            <a:pPr algn="ctr" rtl="0"/>
            <a:r>
              <a:rPr lang="fr-FR" sz="5400" dirty="0">
                <a:latin typeface="Rockwell" panose="02060603020205020403" pitchFamily="18" charset="0"/>
              </a:rPr>
              <a:t>Logarithme décimal</a:t>
            </a:r>
          </a:p>
        </p:txBody>
      </p:sp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B3E56839-13D8-4B52-BD07-9FD2A887E1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451" y="266286"/>
            <a:ext cx="10285046" cy="632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15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F8CD2CB-8197-4479-A1A8-D8C72E52F3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43"/>
          <a:stretch/>
        </p:blipFill>
        <p:spPr>
          <a:xfrm>
            <a:off x="2372968" y="112377"/>
            <a:ext cx="7380632" cy="655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01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2B85650-4995-4427-8A65-755E82FE90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90"/>
          <a:stretch/>
        </p:blipFill>
        <p:spPr>
          <a:xfrm>
            <a:off x="1892369" y="108226"/>
            <a:ext cx="8616605" cy="664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037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5087432-C6F3-46F5-A44F-EA25C4610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48" y="1608482"/>
            <a:ext cx="11969903" cy="364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3740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41365CB-9B7B-4C94-9AB5-7AA227B25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340" y="384313"/>
            <a:ext cx="11509319" cy="628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405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C50DA6B-5800-4918-B434-8E087F980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92" y="1010478"/>
            <a:ext cx="11401601" cy="483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94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44951C1D-AB75-4D4A-A987-C7B99C173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609" y="205099"/>
            <a:ext cx="8430782" cy="644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460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E4F5242-1C02-4015-961D-9A618AD18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51" y="242059"/>
            <a:ext cx="10512938" cy="6373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248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B9C3075-D88D-4CA4-ACC1-356CF8720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468" y="212035"/>
            <a:ext cx="9882094" cy="6433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5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F184E1E7-5833-48FA-AF0D-C31B46B12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077" y="1283080"/>
            <a:ext cx="11366299" cy="4291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949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844516E1-D2AB-4382-AC60-A6A6E7F7CB0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106"/>
          <a:stretch/>
        </p:blipFill>
        <p:spPr>
          <a:xfrm>
            <a:off x="1738961" y="62947"/>
            <a:ext cx="8714078" cy="673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9258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7973D940-E9F7-4B04-BAC6-D1CC0BEFF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49" y="689113"/>
            <a:ext cx="6424455" cy="4991307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A5C6BEC9-4255-4A16-BB02-3F2B1E67A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9875" y="689113"/>
            <a:ext cx="4841834" cy="221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86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A920BF6-8191-4B9E-B256-ECFE3000B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992" y="50135"/>
            <a:ext cx="4857130" cy="668321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1AFD3B7-4427-4E3F-A3A2-B1316731BF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467" y="50135"/>
            <a:ext cx="3675898" cy="357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7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66CD38C-E77B-45F6-8F0D-DA09F8598E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68" y="535055"/>
            <a:ext cx="7573825" cy="230090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F673CE1-CA6C-432C-98D5-3FBB3F509A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68" y="2841971"/>
            <a:ext cx="4575429" cy="3480974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3A6C8C0-D603-40F2-B3C4-613FB4511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9467" y="535055"/>
            <a:ext cx="2682512" cy="468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51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EA31804-5039-46CB-B01D-72DDB29A7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37" y="106017"/>
            <a:ext cx="8017256" cy="4711769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FD818EB-DF08-4721-8C4F-1838CB05AA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739" y="106017"/>
            <a:ext cx="2475948" cy="3713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672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5E4C0C3-A517-4BD4-BC7C-A8ABD1BC83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29" y="1696278"/>
            <a:ext cx="5511732" cy="346503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C6C0E9EC-55B7-49E9-B638-9668BA2AAF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973" y="1696278"/>
            <a:ext cx="6274698" cy="270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284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2F79FAF5-1654-42D9-981F-6AD5B8314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0" y="1209468"/>
            <a:ext cx="6047390" cy="372344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38C0A614-07C6-408D-8CB3-D64C0C106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09468"/>
            <a:ext cx="6017909" cy="234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24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D70D516-3B90-4E27-BA16-3CED3BD60C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60" y="752267"/>
            <a:ext cx="6994043" cy="535346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158454CE-34A2-4521-ACE5-6D458C4CA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2777" y="752267"/>
            <a:ext cx="3854390" cy="461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1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357657B4-9329-4844-92BC-29C7F4C4E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24" y="409340"/>
            <a:ext cx="5651846" cy="6133092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7BF28CED-B372-4192-9A08-152CD2073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09340"/>
            <a:ext cx="3503388" cy="467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96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B533BA8-CFAA-450D-B84D-5604FD9F00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73" y="44685"/>
            <a:ext cx="6189181" cy="496546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92BDC279-41B0-46FA-A90C-EADB25303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362" y="4673089"/>
            <a:ext cx="6244165" cy="214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21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E819F17B-B73A-4DBF-9850-D1489D4BE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221" y="159026"/>
            <a:ext cx="7102982" cy="3533153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E36A426-A9D8-4510-87DE-D8E01044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755" y="3692179"/>
            <a:ext cx="8072024" cy="2914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447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0DD3538C-F59B-4EAB-A88E-057AFF554B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13" y="347869"/>
            <a:ext cx="10624147" cy="6162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693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BC429F8-5537-4CD7-8FD8-A76BBC9F8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97" y="967410"/>
            <a:ext cx="11508406" cy="4666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301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23037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403391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020A0B5-2952-4259-A0A4-30B2B3F7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845" y="258935"/>
            <a:ext cx="9661912" cy="634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2980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79AEFFD-0B1D-4BA0-AD63-EF7ECE669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94" y="1007194"/>
            <a:ext cx="10647502" cy="450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632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20D3B00D-AD36-4856-94AF-E3BDA4D3D2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49" y="327576"/>
            <a:ext cx="7515711" cy="354205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B4DB5A8-6C97-4F0B-878A-28991C67F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449" y="3869634"/>
            <a:ext cx="8388212" cy="2182008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25C9823C-A95A-444D-9C0D-C655382E3C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192" y="327576"/>
            <a:ext cx="3834809" cy="190168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7D8D4A64-8EF0-4CDA-ACE6-854AE5229B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6556" y="2835965"/>
            <a:ext cx="3120445" cy="319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63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D42F4D2F-189F-43B7-86D8-ED4914720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97" y="330739"/>
            <a:ext cx="6356903" cy="6196522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A37988F-5793-4E96-8883-89A6CDE60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5807" y="323325"/>
            <a:ext cx="2959584" cy="542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472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15B8B747-6847-4420-B13E-387C19A66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07" y="556591"/>
            <a:ext cx="7287479" cy="3538124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B6BC30C-F3E0-4875-A5A4-6698BE224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501" y="4412974"/>
            <a:ext cx="2379432" cy="581024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6686AA8-2514-4883-8247-136A5AC016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2933" y="4412974"/>
            <a:ext cx="4041084" cy="2020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45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FBD08C09-00DF-441B-9200-52572EEF5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12" y="263387"/>
            <a:ext cx="7009571" cy="633122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C9F055F2-7BCE-4A72-9444-EAB6AD305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804" y="458955"/>
            <a:ext cx="4345884" cy="84721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42F0FD59-C4FC-4BB7-B1BC-19E85E44B0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804" y="1569870"/>
            <a:ext cx="45243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16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A608D68C-67D5-4307-BDBB-F9A0C0FBF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332" y="820391"/>
            <a:ext cx="6259675" cy="3990147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077552D-D580-4C4B-9C28-578767A64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381" y="820391"/>
            <a:ext cx="5514287" cy="158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185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190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627449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478294_TF77815013" id="{1E63A3F3-EF3D-4FBB-9BC6-FF1129928CC1}" vid="{D390F830-A480-4B13-B3B6-57818ECCAE28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Cycle problèmesolution </Template>
  <TotalTime>0</TotalTime>
  <Words>37</Words>
  <Application>Microsoft Office PowerPoint</Application>
  <PresentationFormat>Grand écran</PresentationFormat>
  <Paragraphs>36</Paragraphs>
  <Slides>35</Slides>
  <Notes>35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0" baseType="lpstr">
      <vt:lpstr>Arial</vt:lpstr>
      <vt:lpstr>Calibri</vt:lpstr>
      <vt:lpstr>Rockwell</vt:lpstr>
      <vt:lpstr>Tw Cen MT</vt:lpstr>
      <vt:lpstr>Circuit</vt:lpstr>
      <vt:lpstr>Logarithme décimal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2019-10-30T09:02:10Z</dcterms:created>
  <dcterms:modified xsi:type="dcterms:W3CDTF">2021-10-05T06:30:35Z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42aa342-8706-4288-bd11-ebb85995028c_Enabled">
    <vt:lpwstr>True</vt:lpwstr>
  </property>
  <property fmtid="{D5CDD505-2E9C-101B-9397-08002B2CF9AE}" pid="3" name="MSIP_Label_f42aa342-8706-4288-bd11-ebb85995028c_SiteId">
    <vt:lpwstr>72f988bf-86f1-41af-91ab-2d7cd011db47</vt:lpwstr>
  </property>
  <property fmtid="{D5CDD505-2E9C-101B-9397-08002B2CF9AE}" pid="4" name="MSIP_Label_f42aa342-8706-4288-bd11-ebb85995028c_Owner">
    <vt:lpwstr>v-abdarl@microsoft.com</vt:lpwstr>
  </property>
  <property fmtid="{D5CDD505-2E9C-101B-9397-08002B2CF9AE}" pid="5" name="MSIP_Label_f42aa342-8706-4288-bd11-ebb85995028c_SetDate">
    <vt:lpwstr>2018-08-20T22:55:44.5188046Z</vt:lpwstr>
  </property>
  <property fmtid="{D5CDD505-2E9C-101B-9397-08002B2CF9AE}" pid="6" name="MSIP_Label_f42aa342-8706-4288-bd11-ebb85995028c_Name">
    <vt:lpwstr>General</vt:lpwstr>
  </property>
  <property fmtid="{D5CDD505-2E9C-101B-9397-08002B2CF9AE}" pid="7" name="MSIP_Label_f42aa342-8706-4288-bd11-ebb85995028c_Application">
    <vt:lpwstr>Microsoft Azure Information Protection</vt:lpwstr>
  </property>
  <property fmtid="{D5CDD505-2E9C-101B-9397-08002B2CF9AE}" pid="8" name="MSIP_Label_f42aa342-8706-4288-bd11-ebb85995028c_Extended_MSFT_Method">
    <vt:lpwstr>Automatic</vt:lpwstr>
  </property>
  <property fmtid="{D5CDD505-2E9C-101B-9397-08002B2CF9AE}" pid="9" name="Sensitivity">
    <vt:lpwstr>General</vt:lpwstr>
  </property>
</Properties>
</file>