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1"/>
  </p:sldMasterIdLst>
  <p:notesMasterIdLst>
    <p:notesMasterId r:id="rId22"/>
  </p:notesMasterIdLst>
  <p:handoutMasterIdLst>
    <p:handoutMasterId r:id="rId23"/>
  </p:handoutMasterIdLst>
  <p:sldIdLst>
    <p:sldId id="256" r:id="rId2"/>
    <p:sldId id="301" r:id="rId3"/>
    <p:sldId id="302" r:id="rId4"/>
    <p:sldId id="307" r:id="rId5"/>
    <p:sldId id="308" r:id="rId6"/>
    <p:sldId id="303" r:id="rId7"/>
    <p:sldId id="304" r:id="rId8"/>
    <p:sldId id="305" r:id="rId9"/>
    <p:sldId id="306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22" r:id="rId18"/>
    <p:sldId id="316" r:id="rId19"/>
    <p:sldId id="317" r:id="rId20"/>
    <p:sldId id="318" r:id="rId21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72" d="100"/>
          <a:sy n="72" d="100"/>
        </p:scale>
        <p:origin x="6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09/11/2020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8413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0001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75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4912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0749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959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8438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20853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7765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4352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38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22397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0031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80214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08493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67356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30446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23807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5479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09/11/2020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09/11/2020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308" y="1122363"/>
            <a:ext cx="10637806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>
                <a:latin typeface="Rockwell" panose="02060603020205020403" pitchFamily="18" charset="0"/>
              </a:rPr>
              <a:t>Fonctions Exponentielles</a:t>
            </a:r>
            <a:endParaRPr lang="fr-FR" sz="5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F81343A-97C2-4244-A184-2E8CAE7370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868"/>
          <a:stretch/>
        </p:blipFill>
        <p:spPr>
          <a:xfrm>
            <a:off x="2857292" y="145774"/>
            <a:ext cx="5866462" cy="6549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78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ACE83E3-6268-4BB5-83D8-A93A2F9FD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498" y="126517"/>
            <a:ext cx="8466366" cy="660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33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DB4DFAD-7A4E-48C1-8C32-8F1DED738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49" y="99391"/>
            <a:ext cx="10256264" cy="665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891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76D0FA-356B-48BE-8A36-C71ED6166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41" y="475459"/>
            <a:ext cx="5324268" cy="256984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6F97707-82A4-4C38-8331-E8D58A70D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9409" y="475459"/>
            <a:ext cx="6445137" cy="117747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986D24B-2D4F-48DE-8E62-CF29BD2615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595560"/>
            <a:ext cx="2104166" cy="89949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21CE2C9-018F-4FCB-ACC2-EF9EF96E7F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166" y="2595560"/>
            <a:ext cx="1865044" cy="50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16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1311E97-6637-481F-9406-3813D6C0C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756" y="264526"/>
            <a:ext cx="9630488" cy="632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82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4958665-B8E3-49C9-B37A-B75DC30A731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750"/>
          <a:stretch/>
        </p:blipFill>
        <p:spPr>
          <a:xfrm>
            <a:off x="3166440" y="61464"/>
            <a:ext cx="5367959" cy="669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230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70AC8D0E-5FA7-4ABF-B444-884177816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5" y="755374"/>
            <a:ext cx="6534547" cy="559346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F9E0530A-AC08-47CE-9367-DFFF5DE77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085" y="1554023"/>
            <a:ext cx="5391150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71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FFAAF58-38B3-494C-A650-9B6BB905B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49" y="334577"/>
            <a:ext cx="6646793" cy="618884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40F65A07-E22A-417A-AA70-C63965B74B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184" y="334577"/>
            <a:ext cx="4941003" cy="3033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2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6854C3C-28DF-406D-B24E-77A9F3A843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225" b="2737"/>
          <a:stretch/>
        </p:blipFill>
        <p:spPr>
          <a:xfrm>
            <a:off x="1323354" y="135225"/>
            <a:ext cx="9768715" cy="658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04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09B16D0-25B7-4072-8831-0718D4402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68" y="132896"/>
            <a:ext cx="7904301" cy="659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380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DE89D7E-51CC-4F3F-A658-E7002B047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10" y="834887"/>
            <a:ext cx="11291580" cy="5452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0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6A85FA7-C564-49D5-86FA-00812F56D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511" y="198784"/>
            <a:ext cx="9071440" cy="651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719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7EB29260-9894-4D92-827B-16C77F0A0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89" y="466982"/>
            <a:ext cx="10622653" cy="609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0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69EE9150-941E-4D3F-8F9E-E0F8C8D1C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289" y="112643"/>
            <a:ext cx="9545282" cy="6632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40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19127E78-25D6-49AC-BE8A-46BA72EBB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054" y="1794324"/>
            <a:ext cx="7585541" cy="326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83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22AF742-CF49-4DD1-B6DE-EA1108E24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100" y="94490"/>
            <a:ext cx="4397031" cy="666901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6E79DD9-D6D8-4F94-BE21-08EAD76932E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395"/>
          <a:stretch/>
        </p:blipFill>
        <p:spPr>
          <a:xfrm>
            <a:off x="5651638" y="226150"/>
            <a:ext cx="6120470" cy="640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135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EDFCB82-32DE-48B2-8B27-63B008EF6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21" y="384009"/>
            <a:ext cx="7880213" cy="608998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B386585-8903-496E-AF11-84BBA61E9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359" y="384009"/>
            <a:ext cx="2902220" cy="233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283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80DC0FA-4D65-4B9D-BBCF-CB811D0A0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39" y="649357"/>
            <a:ext cx="5439702" cy="590218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CCD7899-4CA5-4E04-9118-46AF85874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558" y="649357"/>
            <a:ext cx="4069128" cy="376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61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85E905D-64CE-4E3C-B428-6637139D5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24" y="318053"/>
            <a:ext cx="5474754" cy="567224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A993D2B-F0AF-45B8-B703-7F284D102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123" y="318053"/>
            <a:ext cx="4755627" cy="6284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7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Cycle problèmesolution </Template>
  <TotalTime>0</TotalTime>
  <Words>22</Words>
  <Application>Microsoft Office PowerPoint</Application>
  <PresentationFormat>Grand écran</PresentationFormat>
  <Paragraphs>21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6" baseType="lpstr">
      <vt:lpstr>Arial</vt:lpstr>
      <vt:lpstr>Calibri</vt:lpstr>
      <vt:lpstr>Rockwell</vt:lpstr>
      <vt:lpstr>Trebuchet MS</vt:lpstr>
      <vt:lpstr>Tw Cen MT</vt:lpstr>
      <vt:lpstr>Circuit</vt:lpstr>
      <vt:lpstr>Fonctions Exponentielles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2019-10-30T09:02:10Z</dcterms:created>
  <dcterms:modified xsi:type="dcterms:W3CDTF">2020-11-09T20:41:13Z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2018-08-20T22:55:44.5188046Z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